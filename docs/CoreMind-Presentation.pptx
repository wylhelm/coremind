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731520"/>
            <a:ext cx="3200400" cy="320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FF"/>
                </a:solidFill>
                <a:latin typeface="Calibri"/>
              </a:defRPr>
            </a:pPr>
            <a:r>
              <a:t>CoreMind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system that doesn't respond — it notices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Architecture v0.2.0  ·  May 2026  ·  github.com/Wylhelm/coremind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Every AI Tool Waits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CoreMind flips the paradigm: the AI prompts itself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108960" cy="2926080"/>
          </a:xfrm>
          <a:prstGeom prst="roundRect">
            <a:avLst/>
          </a:prstGeom>
          <a:solidFill>
            <a:srgbClr val="1E294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Chatbots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You prompt,</a:t>
            </a:r>
            <a:br/>
            <a:r>
              <a:t>they respond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43200"/>
            <a:ext cx="3108960" cy="2926080"/>
          </a:xfrm>
          <a:prstGeom prst="roundRect">
            <a:avLst/>
          </a:prstGeom>
          <a:solidFill>
            <a:srgbClr val="1E294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Assistants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572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You command,</a:t>
            </a:r>
            <a:br/>
            <a:r>
              <a:t>they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108960" cy="292608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CoreMind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It observes, notices,</a:t>
            </a:r>
            <a:br/>
            <a:r>
              <a:t>and initiates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Continuous Personal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 cognitive daemon that lives alongside its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7 cognitive layers operating autonomously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7 real-time data plugins (weather, finance, health, home, calendar, email, tasks)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Generates its own questions from continuous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160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Graduated agency: Safe → Suggest →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100% local, sovereign — no mandatory cloud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349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Open source (MIT License)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Seven Cognitive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Forward flow L1→L7 with single feedback path L7→L2/L3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737360"/>
            <a:ext cx="9418320" cy="566928"/>
          </a:xfrm>
          <a:prstGeom prst="roundRect">
            <a:avLst/>
          </a:prstGeom>
          <a:solidFill>
            <a:srgbClr val="1E294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L1 — 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Plugins → signed WorldEvents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2304288"/>
            <a:ext cx="274320" cy="9144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395728"/>
            <a:ext cx="9418320" cy="566928"/>
          </a:xfrm>
          <a:prstGeom prst="roundRect">
            <a:avLst/>
          </a:prstGeom>
          <a:solidFill>
            <a:srgbClr val="1E294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441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L2 — World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4144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Entities · Relationships · Property history (SurrealDB)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2962656"/>
            <a:ext cx="274320" cy="9144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3054096"/>
            <a:ext cx="9418320" cy="566928"/>
          </a:xfrm>
          <a:prstGeom prst="roundRect">
            <a:avLst/>
          </a:prstGeom>
          <a:solidFill>
            <a:srgbClr val="1E294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09981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L3 —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99816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Episodic · Semantic (Qdrant) · Procedural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43600" y="3621024"/>
            <a:ext cx="274320" cy="9144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71600" y="3712464"/>
            <a:ext cx="9418320" cy="566928"/>
          </a:xfrm>
          <a:prstGeom prst="roundRect">
            <a:avLst/>
          </a:prstGeom>
          <a:solidFill>
            <a:srgbClr val="1E294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7581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L4 — Reasoning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58184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LLM — patterns · anomalies · predictions · 30 min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43600" y="4279392"/>
            <a:ext cx="274320" cy="9144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71600" y="4370832"/>
            <a:ext cx="9418320" cy="566928"/>
          </a:xfrm>
          <a:prstGeom prst="roundRect">
            <a:avLst/>
          </a:prstGeom>
          <a:solidFill>
            <a:srgbClr val="1E294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4165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L5 — Intention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416552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Self-prompting loop → grounded Intents (≥0.45 salience)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43600" y="4937760"/>
            <a:ext cx="274320" cy="9144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71600" y="5029200"/>
            <a:ext cx="9418320" cy="566928"/>
          </a:xfrm>
          <a:prstGeom prst="roundRect">
            <a:avLst/>
          </a:prstGeom>
          <a:solidFill>
            <a:srgbClr val="1E294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074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L6 —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074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Graduated agency: Safe / Suggest / Ask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943600" y="5596128"/>
            <a:ext cx="274320" cy="9144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71600" y="5687568"/>
            <a:ext cx="9418320" cy="566928"/>
          </a:xfrm>
          <a:prstGeom prst="roundRect">
            <a:avLst/>
          </a:prstGeom>
          <a:solidFill>
            <a:srgbClr val="1E294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5733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L7 — Reflection 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73328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24h meta-cognition · calibration · rule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64008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↩ L7 feedback → L2/L3: reflection insights update world model and procedural 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L4 — Reasoning: Seeing What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Every 30 minutes, the system analyzes the entire world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📊 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"All indoor lights off during daytime" — 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"Robotic vacuum always docked when idle" — 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"Retirement accounts maintain high balances" — 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⚠️  ANOMALIES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"Chambre humidity 27.6% vs couloir 40.5%" —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"Classic 300s sensors unavailable" — HIGH 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"Sleep hours 5.49h below recommended 7-9h" —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🔮 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"Vacuum will initiate cleaning in 24h" — 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"Step count will increase to 1000+ in 6h" — 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"Chambre humidity will rise to 35% in 12h" — 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"Sensors will recover within 48h" —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💡 Real output from May 2, 2026 08:08 — 5 patterns, 5 anomalies, 4 predictions in one 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L5 — Intention: The System Thinks for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CoreMind generates its own questions — no human prompt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1828800" cy="146304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World</a:t>
            </a:r>
            <a:br/>
            <a:r>
              <a:t>Snapshot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8919" y="3520440"/>
            <a:ext cx="274320" cy="1371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2926080"/>
            <a:ext cx="1828800" cy="146304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83479" y="3520440"/>
            <a:ext cx="274320" cy="1371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2926080"/>
            <a:ext cx="1828800" cy="146304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Candidate</a:t>
            </a:r>
            <a:br/>
            <a:r>
              <a:t>Intents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78039" y="3520440"/>
            <a:ext cx="274320" cy="1371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2926080"/>
            <a:ext cx="1828800" cy="146304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Salience</a:t>
            </a:r>
            <a:br/>
            <a:r>
              <a:t>Filter ≥0.45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72598" y="3520440"/>
            <a:ext cx="274320" cy="1371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0" y="2926080"/>
            <a:ext cx="1828800" cy="146304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  <a:br/>
            <a:r>
              <a:t>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Calibri"/>
              </a:defRPr>
            </a:pPr>
            <a:r>
              <a:t>🎯 Filtered to ~0-3 high-quality intents per hour (down from 5-10). Quiet hours 23h-7h — zero notifications.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L7 — Reflection: Learning From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Every 24 hours, CoreMind evaluates its own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26080"/>
            <a:ext cx="237744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Evaluate</a:t>
            </a:r>
            <a:br/>
            <a:r>
              <a:t>Predictions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20440" y="3566160"/>
            <a:ext cx="274320" cy="13716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0" y="2926080"/>
            <a:ext cx="237744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Calibrate</a:t>
            </a:r>
            <a:br/>
            <a:r>
              <a:t>Confidence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63640" y="3566160"/>
            <a:ext cx="274320" cy="13716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2926080"/>
            <a:ext cx="237744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Learn</a:t>
            </a:r>
            <a:br/>
            <a:r>
              <a:t>Procedural Rules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06840" y="3566160"/>
            <a:ext cx="274320" cy="13716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0" y="2926080"/>
            <a:ext cx="237744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31089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Human-Readable</a:t>
            </a:r>
            <a:br/>
            <a:r>
              <a:t>Markdown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🔄 The only feedback loop: L7 writes back to L2 World Model and L3 Procedural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"A well-tuned CoreMind contacts the user less over time, not more"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Graduated Agency: Trust Through Competence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Actions are signed, journaled, and reversible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10332720" cy="1097280"/>
          </a:xfrm>
          <a:prstGeom prst="roundRect">
            <a:avLst/>
          </a:prstGeom>
          <a:solidFill>
            <a:srgbClr val="1E294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Auto-execute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Read data · Summarize · Suggest</a:t>
            </a:r>
            <a:br/>
            <a:r>
              <a:t>Zero risk — fully autonomous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10332720" cy="1097280"/>
          </a:xfrm>
          <a:prstGeom prst="roundRect">
            <a:avLst/>
          </a:prstGeom>
          <a:solidFill>
            <a:srgbClr val="1E294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SUGGEST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Soft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Adjust thermostat · Send reminders</a:t>
            </a:r>
            <a:br/>
            <a:r>
              <a:t>User can dismiss with one tap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10332720" cy="1097280"/>
          </a:xfrm>
          <a:prstGeom prst="roundRect">
            <a:avLst/>
          </a:prstGeom>
          <a:solidFill>
            <a:srgbClr val="1E294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94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Hard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949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Financial transactions · External comms</a:t>
            </a:r>
            <a:br/>
            <a:r>
              <a:t>Requires explicit user confirmation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Demo: Today's Reasoning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May 2, 2026 — 08:08 EDT — 5 patterns, 5 anomalies, 4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Anomalies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Predictions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10332720" cy="640080"/>
          </a:xfrm>
          <a:prstGeom prst="roundRect">
            <a:avLst/>
          </a:prstGeom>
          <a:solidFill>
            <a:srgbClr val="1E294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🔴 HIGH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576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Classic 300s humidifier sensors unavailable — potential hardware failure detected automatically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43400"/>
            <a:ext cx="10332720" cy="64008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💰 FINANCIAL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4348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TFSA balance $0 flagged as unusual vs other retirement accounts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20640"/>
            <a:ext cx="10332720" cy="64008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🏠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212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Chambre humidity 27.6% significantly lower than rest of house — anomaly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Calibri"/>
              </a:defRPr>
            </a:pPr>
            <a:r>
              <a:t>⚡ CoreMind is running RIGHT NOW — generating insights every 30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Infrastructure: Sovereign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Zero mandatory cloud egress — everything runs locally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103120" cy="34747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🗄️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SurrealDB (graph DB)</a:t>
            </a:r>
            <a:br/>
            <a:r>
              <a:t>Qdrant (vector store)</a:t>
            </a:r>
            <a:br/>
            <a:r>
              <a:t>JSONL (audit journal)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377440"/>
            <a:ext cx="2103120" cy="34747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🧠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Ollama (local)</a:t>
            </a:r>
            <a:br/>
            <a:r>
              <a:t>Mistral Large 3 · 675B</a:t>
            </a:r>
            <a:br/>
            <a:r>
              <a:t>nomic-embed-text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377440"/>
            <a:ext cx="2103120" cy="34747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⚙️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Python 3.12 asyncio</a:t>
            </a:r>
            <a:br/>
            <a:r>
              <a:t>gRPC plugin protocol</a:t>
            </a:r>
            <a:br/>
            <a:r>
              <a:t>7 isolated plugins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377440"/>
            <a:ext cx="2103120" cy="34747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🔗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OpenClaw adapter</a:t>
            </a:r>
            <a:br/>
            <a:r>
              <a:t>Telegram notifications</a:t>
            </a:r>
            <a:br/>
            <a:r>
              <a:t>REST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377440"/>
            <a:ext cx="2103120" cy="34747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🔐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10896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Ed25519 signatures</a:t>
            </a:r>
            <a:br/>
            <a:r>
              <a:t>Hash-chained audit log</a:t>
            </a:r>
            <a:br/>
            <a:r>
              <a:t>No cloud egress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Plugins: Eyes and Ears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Isolated processes, gRPC protocol, any data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56032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🌤️  Weather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</a:t>
            </a:r>
            <a:br/>
            <a:r>
              <a:t>forecasts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77440"/>
            <a:ext cx="256032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🏠  Home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Lights · Sensors</a:t>
            </a:r>
            <a:br/>
            <a:r>
              <a:t>Vacuum · Humidity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256032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💰  Firefly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14 accounts</a:t>
            </a:r>
            <a:br/>
            <a:r>
              <a:t>27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377440"/>
            <a:ext cx="256032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❤️  Apple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Sleep · Heart</a:t>
            </a:r>
            <a:br/>
            <a:r>
              <a:t>Activity ·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256032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📅  Google 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Events · Paydays</a:t>
            </a:r>
            <a:br/>
            <a:r>
              <a:t>Schedule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389120"/>
            <a:ext cx="256032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✉️  Gmail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120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Unread · Search</a:t>
            </a:r>
            <a:br/>
            <a:r>
              <a:t>Threads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2560320" cy="1645920"/>
          </a:xfrm>
          <a:prstGeom prst="roundRect">
            <a:avLst/>
          </a:prstGeom>
          <a:solidFill>
            <a:srgbClr val="1E29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✅  Vikunja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120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Tasks · Projects</a:t>
            </a:r>
            <a:br/>
            <a:r>
              <a:t>Reminders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Road to Digital Consciousness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From foundation to full autonomy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31720"/>
            <a:ext cx="22860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0240" y="2560320"/>
            <a:ext cx="25400" cy="457200"/>
          </a:xfrm>
          <a:prstGeom prst="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v0.1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2026 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Foundation + World Model +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246120"/>
            <a:ext cx="22860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3474720"/>
            <a:ext cx="25400" cy="457200"/>
          </a:xfrm>
          <a:prstGeom prst="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v0.2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17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All 7 layers active · L4+L7 generating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160520"/>
            <a:ext cx="228600" cy="2286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4389120"/>
            <a:ext cx="25400" cy="457200"/>
          </a:xfrm>
          <a:prstGeom prst="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🔜 v0.3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931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2026 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931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Semantic memory · Cross-domain correlation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074920"/>
            <a:ext cx="2286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20240" y="5303520"/>
            <a:ext cx="25400" cy="457200"/>
          </a:xfrm>
          <a:prstGeom prst="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🔮 v0.4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846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2026 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Proactive anomaly alerts · Graduated autonomy expansion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989320"/>
            <a:ext cx="22860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5760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🎯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760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2026 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760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Full digital consciousness — "The Machine"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Calibri"/>
              </a:defRPr>
            </a:pPr>
            <a:r>
              <a:t>CoreMind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Open Source · MIT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github.com/Wylhelm/coremind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852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"A digital consciousness you own entirely"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